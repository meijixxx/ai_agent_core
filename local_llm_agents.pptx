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474720"/>
            <a:ext cx="8979408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ローカルLLM × AIエージェント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技術入門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/ Ollama / Goose で実現するオンプレミスAI開発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エンジニア向け社内勉強会  |  2026-04-14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LLM（大規模言語モデル）とは何か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Large Language Model。大量のテキストデータで学習したニューラルネットワーク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「次に来る単語を予測する」を繰り返すことで文章を生成する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パラメータ数が多いほど複雑な推論が可能（例: 7B = 70億パラメータ）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入力（プロンプト）を受け取り、確率的に最も自然なトークンを出力し続ける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74980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749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動作イメージ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078992"/>
            <a:ext cx="443484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152144"/>
            <a:ext cx="421538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入力プロンプト: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"Pythonでファイルを読む方法は"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トークン化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["Python","で","ファイル","を","読む","方法","は"]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LLM推論（次のトークンを確率で選択）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"open()" → "関数" → "を" → "使います" → 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出力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"Pythonでファイルを読む方法はopen()関数を使います。"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ポイント: 1トークンずつ「最も自然な次の単語」を予測している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456432"/>
            <a:ext cx="4114800" cy="685800"/>
          </a:xfrm>
          <a:prstGeom prst="rect">
            <a:avLst/>
          </a:prstGeom>
          <a:solidFill>
            <a:srgbClr val="CADCFC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493008"/>
            <a:ext cx="389534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ChatGPT・Claudeも同じ仕組み。違いは学習データと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パラメータ数・Fine-tuningの有無だけ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LLM本体 vs ChatGPT ― 何が違うのか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LLM本体はテキスト入出力だけの「エンジン」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ChatGPTはそのエンジンにUI・履歴管理・安全フィルタを被せた「製品」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モデル（重み）はファイル（.gguf等）として配布可能 → ローカルで動かせる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74980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749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構造比較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078992"/>
            <a:ext cx="443484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152144"/>
            <a:ext cx="421538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ChatGPT (OpenAI)          ローカルLLM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     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[あなた]                  [あなた]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 HTTPS                   ↓ localhost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[OpenAI API]              [Ollama]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                   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[GPT-4o モデル]           [qwen3:9b など]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(クラウド上)               (自分のPC上)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     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データ外部送信あり         データ外部送信なし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従量課金                   電気代のみ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4023360" cy="15544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78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モデルファイルのイメージ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02336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53512"/>
            <a:ext cx="3803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-lh models/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qwen3-9b.gguf     5.2GB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llama3.1-8b.gguf  4.7GB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gemma3-12b.gguf   8.1GB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クラウドLLM vs ローカルLLM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クラウドLLM（OpenAI等）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ローカルLLM（Ollama）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最高クラス（GPT-4o等）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中〜高（7B〜70Bモデル）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コスト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従量課金（入出力トークン数）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電気代のみ（実質無料）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プライバシー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データが外部サーバーへ送信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データが外に出ない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ネット接続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必須・APIキー管理必要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不要・完全オフライン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導入難易度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簡単（APIキー1枚）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やや手間（Ollamaセットアップ）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社内コード・機密情報を扱うなら → ローカルLLM一択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ローカルLLMの3大メリット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プライバシー保護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43000"/>
            <a:ext cx="252374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入力データが社外に出ない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社内コード・顧客情報も安全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社内NW（閉域）でも動作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GDPR・社内規定に対応しやすい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432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777240"/>
            <a:ext cx="27432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77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コスト削減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143000"/>
            <a:ext cx="252374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APIコールが一切不要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エージェントが100ループしても無料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開発・デバッグが気兼ねなくできる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モデルDLは一度だけ（以降タダ）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777240"/>
            <a:ext cx="2743200" cy="320040"/>
          </a:xfrm>
          <a:prstGeom prst="rect">
            <a:avLst/>
          </a:prstGeom>
          <a:solidFill>
            <a:srgbClr val="6A1E6A"/>
          </a:solidFill>
          <a:ln w="12700">
            <a:solidFill>
              <a:srgbClr val="6A1E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777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オフライン動作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1143000"/>
            <a:ext cx="252374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VPN切断・ネット障害時も稼働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CI/CD環境・閉域NWでも使える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APIサービス障害の影響なし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出張先・機内でも動作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133088"/>
            <a:ext cx="859536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51376"/>
            <a:ext cx="8412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コスト比較: クラウドAPI（100ループ×10回/日）→ 数万円/月  vs  ローカルLLM → 電気代のみ（数百円/月）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と Ollama ― 役割の違いを理解する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llama.cpp: C++で書かれたLLM推論エンジン。CPU/GPUで高速実行する本体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Go言語でllama.cppをラップしたツール。REST APIでLLMを簡単提供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Ollamaがフロントエンド / llama.cppがバックエンドエンジン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.gguf形式モデルを量子化（4bit/8bit等）してRAMを節約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74980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749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レイヤー図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434340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152144"/>
            <a:ext cx="4123944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あなたのアプリ / Python       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requests.post("localhost:11434/..")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└──────────────────┬──────────────────┘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│ HTTP REST API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┌──────────▼──────────────────┐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  Ollama (Go言語)    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・モデル管理 pull/list  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・REST APIサーバー      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・OpenAI互換エンドポイント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└──────────┬──────────────────┘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│ 内部呼び出し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┌──────────▼──────────────────┐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llama.cpp (C++)      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・.gguf モデルの読み込み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・CPU/GPUでの高速推論   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・量子化対応(4bit/8bit)     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└─────────────────────────────┘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411480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172968"/>
            <a:ext cx="38953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量子化とは？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精度を少し落としてモデルサイズを圧縮する技術。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16GBのRAMでも14Bクラスのモデルが動作可能。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の実際の使い方 ― コマンドとAPI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pull でモデルをDL。それだけで即座に使える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APIはOpenAI互換 → 既存コードをほぼそのまま流用可能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1848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18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bash コマンド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297680" cy="26517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11680"/>
            <a:ext cx="407822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モデルをダウンロード（初回のみ 約5GB）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ollama pull qwen3:9b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ターミナルから対話テスト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ollama run qwen3:9b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こんにちは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 APIで呼び出す（curl）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http://localhost:11434/api/chat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'{"model":"qwen3:9b","stream":false,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"messages":[{"role":"user","content":"Hello"}]}'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61848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18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コード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938528"/>
            <a:ext cx="4114800" cy="26517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011680"/>
            <a:ext cx="389534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requests.post(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"http://localhost:11434/api/chat",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json={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"model": "qwen3:9b",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"stream": False,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"messages":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{"role": "user", "content": "Hello"}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print(resp.json()["message"]["content"])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"Hello! How can I help you today?"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LLM単体 vs AIエージェント ― 何が違うのか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LLM単体: 1問1答。入力を受けて出力を返すだけ。記憶なし・行動なし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AIエージェント: LLMを「頭脳」としてツール実行・記憶・判断ループを持つ自律プログラム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エージェントはLLMに「手と足」を与えたもの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202996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LLM単体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50008"/>
            <a:ext cx="420624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423160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ユーザー入力 → [LLM] → テキスト出力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（1往復で終わり。外部操作は不可）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02996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AIエージェント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0008"/>
            <a:ext cx="4206240" cy="24231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423160"/>
            <a:ext cx="398678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ユーザー入力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[LLM: 何をすべきか考える]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ツールが必要? ─→ No ──→ 最終回答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 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[ツール実行]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・ファイル読み書き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・シェルコマンド実行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・Web検索 / API呼び出し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結果をLLMに返す → ループ継続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4206240" cy="148132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264408"/>
            <a:ext cx="3986784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Code Interpreter・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Cursor・Devin も広義のエージェント。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自律ループがあるかどうかが分かれ目。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エージェントループの構造 ― ReActパターン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ReActパターン: Reason（推論）→ Act（行動）→ Observe（観察）を繰り返す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ループの終了条件（最大ループ数 / タスク完了判断）を明確に設定することが設計の核心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70992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実行例: バグ修正エージェント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28346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03120"/>
            <a:ext cx="837590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[Reason]  「まずmain.pyを読んでバグを探そう」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[Act]     read_file("main.py") を実行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[Observe] ファイル内容を受け取る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→ 「IndexErrorが発生しそうな箇所を発見」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[Reason]  「line 42を修正すべき」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[Act]     write_file("main.py", 修正版) を実行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[Observe] 書き込み完了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7: [Reason]  「テストを実行して確認しよう」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8: [Act]     run_command("python test.py") を実行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9: [Observe] 「テスト全件PASS」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10:[Reason]  「修正完了。タスク達成」→ ループ終了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ユーザーへ最終回答を返す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MAX_TOOL_LOOPS = 10 のような上限を必ず設定すること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― LLMがツールを呼び出すメカニズム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Calling: LLMの出力に「ツール呼び出し命令」を含める仕組み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LLM自身はコードを実行しない → 呼び出し「指示（JSON）」を出すだけ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実際の実行はホスト側プログラム（Python等）が担う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完全フロー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8595360" cy="26517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31720"/>
            <a:ext cx="837590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[Python Host]                            [LLM (Ollama)]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① プロンプト + ツール定義(JSON) ──→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                │ (推論)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←── ② tool_calls レスポンス(JSON) ───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                 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③ ツール名・引数を解析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[ツール関数]          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read_file("main.py") → ファイルを取得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④ 結果を role:"tool" として会話履歴に追加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 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⑤ 更新した会話履歴を再送信 ─────────→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                │ (推論)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←── ⑥ 最終テキスト回答 ────────────── 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― 実際のJSONを読む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LLMへの入力: tools フィールドにツール定義（関数シグネチャ）を渡す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LLMからの出力: tool_calls にツール名と引数がJSONで入る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61848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18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LLMへの入力（ツール定義）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297680" cy="30175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11680"/>
            <a:ext cx="407822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"qwen3:9b",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 "content": "main.pyを教えて"}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"tools": [{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"function",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"function":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"read_file",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"description": "ファイルを読む",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"parameters":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"object",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"properties":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"path": {"type": "string"}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"required": ["path"]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61848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18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 LLMからの出力（tool_calls）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938528"/>
            <a:ext cx="4114800" cy="30175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011680"/>
            <a:ext cx="389534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"assistant",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"tool_calls": [{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"call_abc123",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"function",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"function":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"read_file",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"arguments":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"path": "main.py"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Pythonが受け取り open("main.py") を実行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― OSSエージェントフレームワーク（Block社）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開発元: Block社（Square・CashApp・Tidalを持つ企業、Twitter共同創業者 Jack Dorsey）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ライセンス: Apache 2.0（商用利用無料・改変可）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規模: GitHub 29,000+ Stars（活発なOSSコミュニティ）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MCPプラグインで3,000以上のツールに対応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速度最適化: --no-profile オプションで83〜136秒 → 26秒に短縮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74980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749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エコシステム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78992"/>
            <a:ext cx="406908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152144"/>
            <a:ext cx="38496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[Goose フレームワーク (Block社 OSS)]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[Ollama] ローカルLLM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qwen3:9b / llama3.1 / gemma3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[MCPプラグイン] 3,000+ツール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├── ファイル操作・Git操作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├── Web検索・データベース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└── 独自拡張も可能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[Recipe (YAML)]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Planner → Generator → Evaluator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宣言的なフロー定義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749040"/>
            <a:ext cx="438912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767328"/>
            <a:ext cx="4169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MCPとは: Model Context Protocol（Anthropic提唱）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Gooseが対応することでコミュニティ製3000+プラグインをすぐ利用可能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Recipe ― Planner / Generator / Evaluatorを宣言的に定義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Recipe: YAMLファイルでエージェントのフローを宣言的に記述する仕組み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Planner→Generator→Evaluatorの3役割を1ファイルで定義できる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61848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18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goose_recipe.yaml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389120" cy="30175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11680"/>
            <a:ext cx="416966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"1.0"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"コード生成・評価パイプライン"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planner: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qwen3:9b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system_prompt: |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タスクを分析し実行計画を立てる専門家。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Generatorへの詳細な指示を出力する。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output: plan.md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generator: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qwen3:9b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system_prompt: "計画に従い実装を行う専門家"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 plan.md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write_file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read_file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shell_exec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evaluator: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qwen3:9b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system_prompt: "品質を評価しPASS/FAILを返す"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read_file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shell_exec  # テスト実行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846320" y="1618488"/>
            <a:ext cx="201168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18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実行フロー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938528"/>
            <a:ext cx="4069080" cy="30175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011680"/>
            <a:ext cx="384962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ユーザー入力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[Planner]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「Step1: 設計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Step2: 実装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Step3: テスト作成」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 plan.md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[Generator]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コードを実装・ファイルに書き込み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 成果物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[Evaluator]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テスト実行・品質チェック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 → 完了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 → 改善点をGeneratorに差し戻し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(最大2回リトライ)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3プロジェクトで辿った「単一→マルチ→フレームワーク」の進化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788920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2788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498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20_implement（単一エージェント）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38528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REST API + Pythonでループを自作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ファイル操作・シェル実行の6ツール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tool_callsを手動パース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基礎原理の理解と実証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749808"/>
            <a:ext cx="2788920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749808"/>
            <a:ext cx="2788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7498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29844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21_implement_multi_agent（マルチ）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938528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/ Generator / Evaluatorの3役割分離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JSON設定（home.json / work.json）で環境切り替え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各ロールのツール権限を分離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Pythonで完全自作したPGEループ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749808"/>
            <a:ext cx="2788920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6A1E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749808"/>
            <a:ext cx="2788920" cy="502920"/>
          </a:xfrm>
          <a:prstGeom prst="rect">
            <a:avLst/>
          </a:prstGeom>
          <a:solidFill>
            <a:srgbClr val="6A1E6A"/>
          </a:solidFill>
          <a:ln w="12700">
            <a:solidFill>
              <a:srgbClr val="6A1E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7498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29844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22_goose_agent（フレームワーク採用）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938528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Gooseフレームワーク + Recipe(YAML)採用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3,000+ツール対応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起動時間 136秒 → 26秒に最適化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OSSで開発工数を大幅削減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2148840"/>
            <a:ext cx="3657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148840"/>
            <a:ext cx="3657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901184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【共通基盤】Ollama + qwen3:9b で全プロジェクト動作確認済み。ローカル環境で完結。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各プロジェクトの技術スタックと成果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/ 16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20_implement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21_multi_agent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22_goose_agent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E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構成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単一エージェント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/ Generator / Evaluator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Gooseフレームワーク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設定管理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ハードコード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JSON設定ファイル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(YAML)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ツール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6種類（自作）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6種類（権限分離）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3,000+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環境切替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home.json / work.json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基礎実装・学習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役割分離・品質向上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本番運用・拡張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動作確認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ローカル環境で完結（Ollama + qwen3:9b）・データ外部送信なし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846320"/>
            <a:ext cx="8979408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まとめと今後の展開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今日カバーした内容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次トークン予測モデル → ローカルで動かせる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llama.cpp（推論エンジン）+ Ollama（REST API ラッパー）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 = LLM + ツール + ReActループ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= JSON指示をホストが解釈して実行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= Recipe(YAML)で PGEフローを宣言的に組む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全体アーキテクチャ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15568"/>
            <a:ext cx="4114800" cy="2286000"/>
          </a:xfrm>
          <a:prstGeom prst="rect">
            <a:avLst/>
          </a:prstGeom>
          <a:solidFill>
            <a:srgbClr val="0D1B4B"/>
          </a:solidFill>
          <a:ln w="12700">
            <a:solidFill>
              <a:srgbClr val="3D5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188720"/>
            <a:ext cx="38953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[あなたのタスク]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[Goose / 自作エージェント]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Planner → Generator → Evaluator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 Tool Calling (JSON)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[Ollama (localhost:11434)]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 API + モデル管理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[llama.cpp (C++ 推論エンジン)]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qwen3:9b などのモデル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次のステップ候補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04164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業務適用: コードレビュー・ドキュメント生成エージェント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チーム展開: 共有Ollamaサーバーの構築（GPU機活用）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MCP拡張: 社内ツール（Git / Slack / DB）のMCP化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CI/CD統合: プルリクへの自動レビューエージェント組み込み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ローカルLLM × AIエージェント 技術入門</dc:title>
  <dc:subject>PptxGenJS Presentation</dc:subject>
  <dc:creator>PptxGenJS</dc:creator>
  <cp:lastModifiedBy>PptxGenJS</cp:lastModifiedBy>
  <cp:revision>1</cp:revision>
  <dcterms:created xsi:type="dcterms:W3CDTF">2026-04-14T02:58:38Z</dcterms:created>
  <dcterms:modified xsi:type="dcterms:W3CDTF">2026-04-14T02:58:38Z</dcterms:modified>
</cp:coreProperties>
</file>